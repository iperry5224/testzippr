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8288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SOPRA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AI-Powered ISSO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D6E5"/>
                </a:solidFill>
                <a:latin typeface="Calibri"/>
              </a:defRPr>
            </a:pPr>
            <a:r>
              <a:t>How Artificial Intelligence Transforms</a:t>
            </a:r>
            <a:br/>
            <a:r>
              <a:t>Security Compliance from Weeks to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39E"/>
                </a:solidFill>
                <a:latin typeface="Calibri"/>
              </a:defRPr>
            </a:pPr>
            <a:r>
              <a:t>Executive Briefing  | 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Classification: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ISSOs Spend 70% of Their Time Writing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D6E5"/>
                </a:solidFill>
                <a:latin typeface="Calibri"/>
              </a:defRPr>
            </a:pPr>
            <a:r>
              <a:t>For a system with 200 controls, a single ATO cycle requires: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94560"/>
          <a:ext cx="112471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ISSO Task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Per Instance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Frequency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Writing POA&amp;M entries for failed findings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3-5 min each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After every assessment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6+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Drafting risk acceptance justifications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15-30 min each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Per accepted risk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5+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Classifying control inheritance (200 controls)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4-6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Per boundary change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Writing SSP control narratives (200 controls)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1-2 hrs per control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Per ATO cycle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300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Mapping STIG imports to internal controls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2-4 hours per scan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12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Correlating incidents to failed controls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30-60 min each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Per event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8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Evidence sufficiency review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10-15 min each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Assessment schedule optimization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2-3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8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5760720"/>
            <a:ext cx="5760720" cy="731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5806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94560"/>
                </a:solidFill>
                <a:latin typeface="Calibri"/>
              </a:defRPr>
            </a:pPr>
            <a:r>
              <a:t>Conservative estimate: ~400 hours of ISSO labor per ATO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SOPRA: 13 AI Capabilities That Automate ISSO Tasking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9FF"/>
                </a:solidFill>
                <a:latin typeface="Calibri"/>
              </a:defRPr>
            </a:pPr>
            <a:r>
              <a:t>Single Button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Every AI feature activates with one click.</a:t>
            </a:r>
            <a:br/>
            <a:r>
              <a:t>No complex workflows or configurations.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Auditor-Ready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All AI output uses formal RMF/ATO language.</a:t>
            </a:r>
            <a:br/>
            <a:r>
              <a:t>Tagged with visible badges for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16459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9FF"/>
                </a:solidFill>
                <a:latin typeface="Calibri"/>
              </a:defRPr>
            </a:pPr>
            <a:r>
              <a:t>Zero-Downtime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If AI is unavailable, deterministic templates</a:t>
            </a:r>
            <a:br/>
            <a:r>
              <a:t>ensure no functionality is ever lost.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839E"/>
                </a:solidFill>
                <a:latin typeface="Calibri"/>
              </a:defRPr>
            </a:pPr>
            <a:r>
              <a:t>Powered by AWS Bedrock (FedRAMP Authorized)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Features At a Glance: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1.  AI POA&amp;M Generation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2.  AI Risk Acceptance Drafting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3.  AI Evidence Sufficiency Analysis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4.  AI Control Inheritance Classification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5.  AI STIG-to-SOPRA Mapping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6.  AI Incident Correlation (NLP)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7.  AI Crosswalk Natural Language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5720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8.   AI SSP Narrative Writing (200 controls)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9.   AI Assessment Schedule Optimization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10.  AI Approval Package Drafting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11.  AI Chat Assistant ("Chad")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12.  AI Remediation Plans &amp; Attack Chains</a:t>
            </a:r>
          </a:p>
          <a:p>
            <a:pPr>
              <a:spcAft>
                <a:spcPts val="6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13.  AI Automated Ticket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AI FEATURES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POA&amp;M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Analyzes all failed findings and auto-generates complete POA&amp;M entries with phased milestones, severity-calibrated due dates, and role-specific owners.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3-5 min per finding, manually | After: 80 entries in 30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143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5.5 hours saved per assessment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Risk Acceptance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Generates AO-ready justifications with compensating controls, residual risk assessments, and recommended review dates.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15-30 min drafting formal language | After: One-click professional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15-25 min saved per acceptance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Evidence Sufficiency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Reviews each evidence artifact against its control and assesses completeness, identifies gaps, and recommends improvements.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cross-reference per artifact | After: Per-click analysis with coverage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6-10 hours saved per audit prep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Control Inheritance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Auto-classifies all 200 controls as Inherited/Common/System-Specific with provider attribution and rationale.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review of each control | After: One-click classification of all 200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48640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4-6 hours saved per boundary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AI FEATURES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STIG-to-SOPRA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Maps imported DISA STIG and CIS Benchmark findings to SOPRA controls with confidence scores and rationale.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mapping of 300+ items | After: AI-scored mapping with review focus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143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2-3 hours saved per STIG import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Incident Correlation (NLP)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Analyzes incident descriptions and suggests related failed controls with relevance scores and explanations.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institutional knowledge required | After: NLP-driven correlation in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20-40 min saved per incident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Crosswalk Natural Language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Chat interface for plain-English questions about NIST 800-53 and CIS v8 control mappings.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spreadsheet research | After: Ask a question, get an answer instantly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15-25 min saved per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SSP Narrative 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Generates 200 professional implementation descriptions in formal RMF language, inserted directly into the SSP .docx export.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1-2 hours per control narrative | After: All 200 generated in minutes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48640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280 hours saved per ATO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AI FEATURES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Schedule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Analyzes failure rates and severity profiles to recommend risk-proportionate assessment frequencies per NIST SP 800-137.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Default 90-day for everything | After: Risk-calibrated schedules per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143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2-3 hours saved per quarter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Approval Package Drafting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Generates AO-ready summaries pulling context from linked POA&amp;Ms and risk acceptances.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cross-reference and drafting | After: Context-aware summary in one click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56032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060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15-25 min saved per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Chat Assistant ("Chad")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Conversational security analyst with risk score visualization, PowerShell script generation, and attack chain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Full conversational AI with live assessment context and interactive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Hours of research replaced per task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AI Remediation &amp;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Detailed remediation plans, attack chain detection, validation scripts, and pre-filled ServiceNow/Jira ticket generation.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39E"/>
                </a:solidFill>
                <a:latin typeface="Calibri"/>
              </a:defRPr>
            </a:pPr>
            <a:r>
              <a:t>Before: Manual plan writing and ticket creation | After: AI plans + bulk ticket generation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5486400"/>
            <a:ext cx="3200400" cy="822960"/>
          </a:xfrm>
          <a:prstGeom prst="roundRect">
            <a:avLst/>
          </a:prstGeom>
          <a:solidFill>
            <a:srgbClr val="0A2A1A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88"/>
                </a:solidFill>
                <a:latin typeface="Calibri"/>
              </a:defRPr>
            </a:pPr>
            <a:r>
              <a:t>8-15 hours saved per remediation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TOTAL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Time Savings Per ATO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FF88"/>
                </a:solidFill>
                <a:latin typeface="Calibri"/>
              </a:defRPr>
            </a:pPr>
            <a:r>
              <a:t>~360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Hours Saved</a:t>
            </a:r>
            <a:br/>
            <a:r>
              <a:t>Per ATO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5176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9FF"/>
                </a:solidFill>
                <a:latin typeface="Calibri"/>
              </a:defRPr>
            </a:pPr>
            <a:r>
              <a:t>~90%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Reduction in</a:t>
            </a:r>
            <a:br/>
            <a:r>
              <a:t>Manual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265176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A855F7"/>
                </a:solidFill>
                <a:latin typeface="Calibri"/>
              </a:defRPr>
            </a:pPr>
            <a:r>
              <a:t>2.25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FTEs Freed Up</a:t>
            </a:r>
            <a:br/>
            <a:r>
              <a:t>Per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54480"/>
            <a:ext cx="2651760" cy="1828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C107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6E5"/>
                </a:solidFill>
                <a:latin typeface="Calibri"/>
              </a:defRPr>
            </a:pPr>
            <a:r>
              <a:t>SSP Generation</a:t>
            </a:r>
            <a:br/>
            <a:r>
              <a:t>(vs. Weeks)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65760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Feature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Time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0A1A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POA&amp;M Generation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5.5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SSP Narratives (200 controls)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300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280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Evidence Review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8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Control Inheritance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 hour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5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STIG Mapping (4x/year)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12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2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All Other AI Features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63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10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53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~397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~37.5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8D6E5"/>
                          </a:solidFill>
                          <a:latin typeface="Calibri"/>
                        </a:defRPr>
                      </a:pPr>
                      <a:r>
                        <a:t>~359.5 hours</a:t>
                      </a:r>
                    </a:p>
                  </a:txBody>
                  <a:tcPr>
                    <a:solidFill>
                      <a:srgbClr val="1119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Addressing Leadership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Does AI access classified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No. Only aggregate metrics (pass/fail counts, control IDs) are sent. No PII, no evidence files, no classified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What if AI is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76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Every AI output requires human review. All AI content is tagged with visible badges for auditor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What if AI is unavailable?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95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Every feature has a deterministic fallback. Zero functionality is lost without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027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Does this meet RMF requirements?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027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All outputs formatted to NIST RMF standards. SSP narratives use formal ATO language.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Can this run air-gapped?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159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Yes. SOPRA runs fully on-premise. AI features are the only optional network dependency.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Is it FedRAMP compliant?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AWS Bedrock is FedRAMP-authorized. SOPRA itself runs on-premise with no inbound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424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9FF"/>
                </a:solidFill>
                <a:latin typeface="Calibri"/>
              </a:defRPr>
            </a:pPr>
            <a:r>
              <a:t>Is AI output auditable?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74243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Yes. AI-generated vs. human-written content is distinguishable. Full approval audit trail maintained.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Deploy to Continuous Operations in 8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9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Install SOPRA, configure AWS credentials, run first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11247120" cy="822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8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63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Establish FIPS 199 categorization, run full 200-control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822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03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ISSO Onboard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69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Train ISSO on AI features, begin using POA&amp;M and risk acceptance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1247120" cy="822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Weeks 5-8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ATO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74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Generate AI-assisted SSP, complete evidence collection, prepare approval packages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9FF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Continuous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080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AI-optimized scheduling, continuous monitoring, incident correlation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9FF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SOPRA transforms the ISSO role from</a:t>
            </a:r>
            <a:br/>
            <a:r>
              <a:t>document author to security decision-maker.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D6E5"/>
                </a:solidFill>
                <a:latin typeface="Calibri"/>
              </a:defRPr>
            </a:pPr>
            <a:r>
              <a:t>AI handles the writing, classifying, mapping, and drafting.</a:t>
            </a:r>
            <a:br/>
            <a:r>
              <a:t>The ISSO focuses on reviewing, deciding, and securing.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77295" cy="27432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9FF"/>
                </a:solidFill>
                <a:latin typeface="Calibri"/>
              </a:defRPr>
            </a:pPr>
            <a:r>
              <a:t>One platform.  200 controls.  13 AI capabilities.  ~360 hours saved per ATO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839E"/>
                </a:solidFill>
                <a:latin typeface="Calibri"/>
              </a:defRPr>
            </a:pPr>
            <a:r>
              <a:t>SOPRA v3.0 — SAE On-Premise Risk Assessment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